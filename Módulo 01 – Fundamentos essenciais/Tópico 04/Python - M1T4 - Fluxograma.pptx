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h38b5uB8anfgNES/OI5pI7slYN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5e41b150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5e41b150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5ec7b64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f5ec7b646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ec7b646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5ec7b646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ec7b6464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5ec7b6464_1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11" Type="http://schemas.openxmlformats.org/officeDocument/2006/relationships/image" Target="../media/image17.png"/><Relationship Id="rId10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11" Type="http://schemas.openxmlformats.org/officeDocument/2006/relationships/image" Target="../media/image16.png"/><Relationship Id="rId10" Type="http://schemas.openxmlformats.org/officeDocument/2006/relationships/image" Target="../media/image20.png"/><Relationship Id="rId12" Type="http://schemas.openxmlformats.org/officeDocument/2006/relationships/image" Target="../media/image18.png"/><Relationship Id="rId9" Type="http://schemas.openxmlformats.org/officeDocument/2006/relationships/image" Target="../media/image19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25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029" y="538825"/>
            <a:ext cx="5489325" cy="29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4449" y="823913"/>
            <a:ext cx="7527075" cy="36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6025" y="4041426"/>
            <a:ext cx="5489325" cy="4581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84459" y="5221869"/>
            <a:ext cx="7593525" cy="34676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4"/>
          <p:cNvCxnSpPr>
            <a:stCxn id="100" idx="3"/>
            <a:endCxn id="101" idx="1"/>
          </p:cNvCxnSpPr>
          <p:nvPr/>
        </p:nvCxnSpPr>
        <p:spPr>
          <a:xfrm>
            <a:off x="6395354" y="2021075"/>
            <a:ext cx="1889100" cy="605100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4"/>
          <p:cNvCxnSpPr/>
          <p:nvPr/>
        </p:nvCxnSpPr>
        <p:spPr>
          <a:xfrm flipH="1">
            <a:off x="6408956" y="2884711"/>
            <a:ext cx="1889100" cy="3706200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4"/>
          <p:cNvCxnSpPr/>
          <p:nvPr/>
        </p:nvCxnSpPr>
        <p:spPr>
          <a:xfrm>
            <a:off x="6395350" y="6876711"/>
            <a:ext cx="1889100" cy="623400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f5e41b1501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f5e41b1501_0_5" title="oie_transparen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925" y="1309000"/>
            <a:ext cx="5612477" cy="729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f5e41b1501_0_5" title="IMC.drawi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275" y="3159604"/>
            <a:ext cx="5056875" cy="462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f5e41b1501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5187" y="2207790"/>
            <a:ext cx="3483050" cy="7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f5e41b1501_0_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981225" y="7568200"/>
            <a:ext cx="2832500" cy="11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3f5ec7b646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f5ec7b6464_0_0" title="oie_transparen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925" y="1309000"/>
            <a:ext cx="5612477" cy="729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f5ec7b6464_0_0" title="IMC.drawi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275" y="3159604"/>
            <a:ext cx="5056875" cy="462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f5ec7b6464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5187" y="2207790"/>
            <a:ext cx="3483050" cy="7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f5ec7b6464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981225" y="7568200"/>
            <a:ext cx="2832500" cy="11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f5ec7b6464_0_0" title="oie_transparen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5775" y="1309000"/>
            <a:ext cx="7152850" cy="729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f5ec7b6464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42275" y="2207788"/>
            <a:ext cx="6419850" cy="43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f5ec7b6464_0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78350" y="1602925"/>
            <a:ext cx="1836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f5ec7b6464_0_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42275" y="1573994"/>
            <a:ext cx="1415726" cy="43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f5ec7b6464_0_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204550" y="6641223"/>
            <a:ext cx="4095300" cy="168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f5ec7b6464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f5ec7b6464_1_0" title="oie_transparen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925" y="1309000"/>
            <a:ext cx="5612477" cy="729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f5ec7b6464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5187" y="2207790"/>
            <a:ext cx="3483050" cy="7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f5ec7b6464_1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81225" y="7568200"/>
            <a:ext cx="2832500" cy="11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f5ec7b6464_1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27404" y="7796575"/>
            <a:ext cx="1086326" cy="93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4" name="Google Shape;144;g3f5ec7b6464_1_0" title="Media.drawi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3026" y="3339925"/>
            <a:ext cx="4910424" cy="37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f5ec7b6464_1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f5ec7b6464_1_18" title="oie_transparen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925" y="1309000"/>
            <a:ext cx="5612477" cy="729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f5ec7b6464_1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5187" y="2207790"/>
            <a:ext cx="3483050" cy="7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f5ec7b6464_1_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81225" y="7568200"/>
            <a:ext cx="2832500" cy="11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f5ec7b6464_1_18" title="oie_transparen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5775" y="1309000"/>
            <a:ext cx="7152850" cy="729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f5ec7b6464_1_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78350" y="1602925"/>
            <a:ext cx="1836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f5ec7b6464_1_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42275" y="1573994"/>
            <a:ext cx="1415726" cy="43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f5ec7b6464_1_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42275" y="2207800"/>
            <a:ext cx="6533949" cy="4414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f5ec7b6464_1_18"/>
          <p:cNvPicPr preferRelativeResize="0"/>
          <p:nvPr/>
        </p:nvPicPr>
        <p:blipFill rotWithShape="1">
          <a:blip r:embed="rId10">
            <a:alphaModFix/>
          </a:blip>
          <a:srcRect b="0" l="0" r="35484" t="0"/>
          <a:stretch/>
        </p:blipFill>
        <p:spPr>
          <a:xfrm>
            <a:off x="8042275" y="7052700"/>
            <a:ext cx="6533949" cy="9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f5ec7b6464_1_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727404" y="7796575"/>
            <a:ext cx="1086326" cy="93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g3f5ec7b6464_1_18" title="Media.drawio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53026" y="3339925"/>
            <a:ext cx="4910424" cy="37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