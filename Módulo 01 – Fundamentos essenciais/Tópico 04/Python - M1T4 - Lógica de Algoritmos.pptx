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E5J/0EIUz8LdAzz9XhAuAbRA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6d057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96d0571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f96d0571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