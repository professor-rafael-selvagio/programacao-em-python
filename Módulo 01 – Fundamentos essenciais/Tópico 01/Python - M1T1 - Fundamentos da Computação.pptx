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144000" cx="16256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Qi5/iBEbP0RzW/s3UV0sFQDB6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bold.fntdata"/><Relationship Id="rId6" Type="http://schemas.openxmlformats.org/officeDocument/2006/relationships/slide" Target="slides/slide1.xml"/><Relationship Id="rId18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c75621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dc75621c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edc75621c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edc75621c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5350" y="8069325"/>
            <a:ext cx="141375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dc75621cb_0_0"/>
          <p:cNvSpPr txBox="1"/>
          <p:nvPr/>
        </p:nvSpPr>
        <p:spPr>
          <a:xfrm>
            <a:off x="10181150" y="7920575"/>
            <a:ext cx="478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g3edc75621cb_0_0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lang="en-US" sz="2100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sz="2100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