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8" autoAdjust="0"/>
    <p:restoredTop sz="94576" autoAdjust="0"/>
  </p:normalViewPr>
  <p:slideViewPr>
    <p:cSldViewPr>
      <p:cViewPr varScale="1">
        <p:scale>
          <a:sx n="96" d="100"/>
          <a:sy n="96" d="100"/>
        </p:scale>
        <p:origin x="200" y="5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169D25-2DE7-085E-7785-E5ED83B48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439" y="7620000"/>
            <a:ext cx="4163122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5A798C3-2B8D-078E-2DFB-731E58C985B1}"/>
              </a:ext>
            </a:extLst>
          </p:cNvPr>
          <p:cNvCxnSpPr/>
          <p:nvPr/>
        </p:nvCxnSpPr>
        <p:spPr>
          <a:xfrm>
            <a:off x="5537200" y="7391400"/>
            <a:ext cx="5105400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9E12FA-A57D-D68C-80D1-FF808599E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2800" y="152400"/>
            <a:ext cx="4163122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34802EC-4A2C-4323-9AAF-5BBE69BA3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1828800"/>
            <a:ext cx="9261861" cy="61722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FF689A9-4AB4-0678-508D-3917838E11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530" y="2057400"/>
            <a:ext cx="5322687" cy="532268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FE3166D-3B0F-86B6-16F3-1C2F6D0008C5}"/>
              </a:ext>
            </a:extLst>
          </p:cNvPr>
          <p:cNvSpPr txBox="1"/>
          <p:nvPr/>
        </p:nvSpPr>
        <p:spPr>
          <a:xfrm>
            <a:off x="1193800" y="8279131"/>
            <a:ext cx="14763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 Medium" pitchFamily="2" charset="77"/>
              </a:rPr>
              <a:t>Importante: Você receberá seus dados de acesso por e-mail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EC78B50-89F6-088A-7BF6-032A06E00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4200" y="6172200"/>
            <a:ext cx="2971800" cy="29718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2C988276-63D6-01DC-F99E-B8E6457EA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152400"/>
            <a:ext cx="4163122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</Words>
  <Application>Microsoft Macintosh PowerPoint</Application>
  <PresentationFormat>Personalizar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Montserrat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Projeto IntelliSpace</cp:lastModifiedBy>
  <cp:revision>2</cp:revision>
  <dcterms:created xsi:type="dcterms:W3CDTF">2006-08-16T00:00:00Z</dcterms:created>
  <dcterms:modified xsi:type="dcterms:W3CDTF">2026-03-30T14:27:41Z</dcterms:modified>
</cp:coreProperties>
</file>