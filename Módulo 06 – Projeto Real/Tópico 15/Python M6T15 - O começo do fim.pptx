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hKBbp//BPyOJBr//mHK9sXQkWI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3.jpg"/><Relationship Id="rId5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tores de Simbolo ponto interrogaçao - Baixe vetores grátis de alta  qualidade | Magnific (antes Freepik)" id="120" name="Google Shape;12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99225" y="2106475"/>
            <a:ext cx="1880399" cy="1880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.A tá louca (@i.a.talouca) • Instagram photos and videos" id="121" name="Google Shape;121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65750" y="1313975"/>
            <a:ext cx="3465400" cy="34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