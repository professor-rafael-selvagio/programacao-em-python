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9144000" cx="16256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4" roundtripDataSignature="AMtx7miyM1jmTolgBnBaSy2U1NJZMIDi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bold.fntdata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3f1258e6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3f1258e6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3f1258e6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3f1258e6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8.gif"/><Relationship Id="rId5" Type="http://schemas.openxmlformats.org/officeDocument/2006/relationships/image" Target="../media/image9.gif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 title="SENAI_São_Paulo_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10250" y="70775"/>
            <a:ext cx="163551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50" y="8489975"/>
            <a:ext cx="162561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"/>
                <a:ea typeface="Montserrat"/>
                <a:cs typeface="Montserrat"/>
                <a:sym typeface="Montserrat"/>
              </a:rPr>
              <a:t>Professor: </a:t>
            </a:r>
            <a:r>
              <a:rPr b="0" i="0" lang="en-US" sz="21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ontserrat Medium"/>
                <a:ea typeface="Montserrat Medium"/>
                <a:cs typeface="Montserrat Medium"/>
                <a:sym typeface="Montserrat Medium"/>
              </a:rPr>
              <a:t>Rafael de Sena Selvagio</a:t>
            </a:r>
            <a:endParaRPr b="0" i="0" sz="2100" u="none" cap="none" strike="noStrike">
              <a:solidFill>
                <a:srgbClr val="000000"/>
              </a:solidFill>
              <a:highlight>
                <a:srgbClr val="FFFF00"/>
              </a:highlight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cross on a white background that says x (Fornecido por Tenor)" id="112" name="Google Shape;112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902400" y="4958450"/>
            <a:ext cx="1926776" cy="1926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 txBox="1"/>
          <p:nvPr/>
        </p:nvSpPr>
        <p:spPr>
          <a:xfrm>
            <a:off x="1496775" y="7810500"/>
            <a:ext cx="103323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0000"/>
                </a:solidFill>
                <a:latin typeface="Impact"/>
                <a:ea typeface="Impact"/>
                <a:cs typeface="Impact"/>
                <a:sym typeface="Impact"/>
              </a:rPr>
              <a:t>NUNCA COLOQUE SENHAS NO CÓDIGO</a:t>
            </a:r>
            <a:endParaRPr b="1" sz="5400">
              <a:solidFill>
                <a:srgbClr val="FF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a red arrow on a white background points to the right (Fornecido por Tenor)" id="114" name="Google Shape;114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33275" y="7545175"/>
            <a:ext cx="2832524" cy="1421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g3f3f1258e6a_0_2" title="Proteção_de_Senhas_em_Scrip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0821"/>
            <a:ext cx="16256000" cy="907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g3f3f1258e6a_0_13" title="Automação_Segura_com_Variáveis_Ambiente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0821"/>
            <a:ext cx="16256000" cy="907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8100"/>
            <a:ext cx="16256000" cy="90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