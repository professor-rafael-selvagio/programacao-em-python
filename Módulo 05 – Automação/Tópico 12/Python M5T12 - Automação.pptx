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gqd9F//jI6izgGUBk67QG6srT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e911e5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3e911e57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Relationship Id="rId7" Type="http://schemas.openxmlformats.org/officeDocument/2006/relationships/image" Target="../media/image10.gif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3f3e911e577_0_2"/>
          <p:cNvGrpSpPr/>
          <p:nvPr/>
        </p:nvGrpSpPr>
        <p:grpSpPr>
          <a:xfrm>
            <a:off x="0" y="38100"/>
            <a:ext cx="16255999" cy="9067801"/>
            <a:chOff x="0" y="38100"/>
            <a:chExt cx="16255999" cy="9067801"/>
          </a:xfrm>
        </p:grpSpPr>
        <p:pic>
          <p:nvPicPr>
            <p:cNvPr id="112" name="Google Shape;112;g3f3e911e577_0_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8100"/>
              <a:ext cx="16255999" cy="9067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g3f3e911e577_0_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7000" y="374982"/>
              <a:ext cx="14993025" cy="8401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g3f3e911e577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18175" y="8593577"/>
            <a:ext cx="1437825" cy="5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f3e911e577_0_2" title="Gemini_Generated_Image_bbxog4bbxog4bbxo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0821" y="0"/>
            <a:ext cx="163830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g3f3e911e577_0_2"/>
          <p:cNvGrpSpPr/>
          <p:nvPr/>
        </p:nvGrpSpPr>
        <p:grpSpPr>
          <a:xfrm>
            <a:off x="10817935" y="5899758"/>
            <a:ext cx="4109103" cy="3503051"/>
            <a:chOff x="8395600" y="2639775"/>
            <a:chExt cx="4612823" cy="3932477"/>
          </a:xfrm>
        </p:grpSpPr>
        <p:pic>
          <p:nvPicPr>
            <p:cNvPr id="117" name="Google Shape;117;g3f3e911e577_0_2" title="file.gif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885457" y="3224900"/>
              <a:ext cx="3592276" cy="269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lose up of a picture frame (Fornecido por Getty Images)" id="118" name="Google Shape;118;g3f3e911e577_0_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395600" y="2639775"/>
              <a:ext cx="4612823" cy="39324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