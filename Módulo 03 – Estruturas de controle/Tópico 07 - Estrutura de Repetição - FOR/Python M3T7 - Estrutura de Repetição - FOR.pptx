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144000" cx="16256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S2YpBVCt1RQIM7S9r174KrbFK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adb23ba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adb23b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bfe7e3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6bfe7e3a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.gif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f68adb23ba_1_4"/>
          <p:cNvGrpSpPr/>
          <p:nvPr/>
        </p:nvGrpSpPr>
        <p:grpSpPr>
          <a:xfrm>
            <a:off x="0" y="0"/>
            <a:ext cx="16264779" cy="9192975"/>
            <a:chOff x="0" y="0"/>
            <a:chExt cx="16264779" cy="9192975"/>
          </a:xfrm>
        </p:grpSpPr>
        <p:grpSp>
          <p:nvGrpSpPr>
            <p:cNvPr id="85" name="Google Shape;85;g3f68adb23ba_1_4"/>
            <p:cNvGrpSpPr/>
            <p:nvPr/>
          </p:nvGrpSpPr>
          <p:grpSpPr>
            <a:xfrm>
              <a:off x="0" y="0"/>
              <a:ext cx="16264779" cy="9139550"/>
              <a:chOff x="0" y="0"/>
              <a:chExt cx="16264779" cy="9139550"/>
            </a:xfrm>
          </p:grpSpPr>
          <p:pic>
            <p:nvPicPr>
              <p:cNvPr id="86" name="Google Shape;86;g3f68adb23ba_1_4" title="Gemini_Generated_Image_f07vjsf07vjsf07v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0" y="0"/>
                <a:ext cx="16256001" cy="91395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" name="Google Shape;87;g3f68adb23ba_1_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4088025" y="7115675"/>
                <a:ext cx="2167975" cy="2023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" name="Google Shape;88;g3f68adb23ba_1_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5825103" y="0"/>
                <a:ext cx="439675" cy="91395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9" name="Google Shape;89;g3f68adb23ba_1_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8967100"/>
              <a:ext cx="16256000" cy="225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black and white background with a white border (Fornecido por Tenor)" id="90" name="Google Shape;90;g3f68adb23ba_1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6905824" y="2527400"/>
            <a:ext cx="723826" cy="8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f68adb23ba_1_4" title="SENAI_São_Paulo_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0250" y="70775"/>
            <a:ext cx="163551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f68adb23ba_1_4"/>
          <p:cNvSpPr txBox="1"/>
          <p:nvPr/>
        </p:nvSpPr>
        <p:spPr>
          <a:xfrm>
            <a:off x="50" y="8489975"/>
            <a:ext cx="162561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Professor: </a:t>
            </a:r>
            <a:r>
              <a:rPr b="0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Rafael de Sena Selvagio</a:t>
            </a:r>
            <a:endParaRPr b="0" i="0" sz="2100" u="none" cap="none" strike="noStrike">
              <a:solidFill>
                <a:srgbClr val="0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f6bfe7e3a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f6bfe7e3a2_0_0" title="Comandos_Principais_de_Listas_Pyth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725"/>
            <a:ext cx="16256000" cy="907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9" title="Comandos_Essenciais_para_Lis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719"/>
            <a:ext cx="16256000" cy="907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