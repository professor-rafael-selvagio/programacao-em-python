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144000" cx="16256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ulPDEuQAEDpyftE0SU20stTW2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title="Gemini_Generated_Image_u2cuc4u2cuc4u2c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838"/>
            <a:ext cx="16256000" cy="908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 title="Gemini_Generated_Image_rkctttrkctttrkc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313"/>
            <a:ext cx="16256000" cy="9053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