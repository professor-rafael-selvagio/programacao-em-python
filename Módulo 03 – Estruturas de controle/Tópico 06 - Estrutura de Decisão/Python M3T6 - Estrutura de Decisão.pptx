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9144000" cx="16256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Montserrat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jd5pcSDPeVYHB+6Wc56HunOrxB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19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Medium-bold.fntdata"/><Relationship Id="rId30" Type="http://schemas.openxmlformats.org/officeDocument/2006/relationships/font" Target="fonts/MontserratMedium-regular.fntdata"/><Relationship Id="rId11" Type="http://schemas.openxmlformats.org/officeDocument/2006/relationships/slide" Target="slides/slide5.xml"/><Relationship Id="rId33" Type="http://schemas.openxmlformats.org/officeDocument/2006/relationships/font" Target="fonts/Montserrat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Medium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66c7b3861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66c7b3861_3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66c7b3861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f66c7b3861_3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65fb2743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65fb27431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6bb94c7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f6bb94c78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6bb94c78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f6bb94c784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6bb94c78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f6bb94c784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6bb94c78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f6bb94c784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6bb94c784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6bb94c784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6bb94c784_0_1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f6bb94c784_0_1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f6bb94c784_0_1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bb94c784_0_12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f6bb94c784_0_1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3f6bb94c784_0_1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f6bb94c784_0_1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f6bb94c784_0_1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6bb94c784_0_1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f6bb94c784_0_13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f6bb94c784_0_1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f6bb94c784_0_1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f6bb94c784_0_1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6bb94c784_0_13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f6bb94c784_0_13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f6bb94c784_0_13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f6bb94c784_0_13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f6bb94c784_0_13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6bb94c784_0_1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f6bb94c784_0_143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g3f6bb94c784_0_143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g3f6bb94c784_0_14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f6bb94c784_0_14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f6bb94c784_0_14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6bb94c784_0_1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f6bb94c784_0_150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f6bb94c784_0_150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g3f6bb94c784_0_150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f6bb94c784_0_150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g3f6bb94c784_0_15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f6bb94c784_0_15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f6bb94c784_0_15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6bb94c784_0_1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f6bb94c784_0_15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f6bb94c784_0_15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f6bb94c784_0_15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6bb94c784_0_164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f6bb94c784_0_164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3f6bb94c784_0_164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g3f6bb94c784_0_16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f6bb94c784_0_16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f6bb94c784_0_16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6bb94c784_0_171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f6bb94c784_0_17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f6bb94c784_0_171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g3f6bb94c784_0_17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f6bb94c784_0_17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f6bb94c784_0_17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6bb94c784_0_1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f6bb94c784_0_178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f6bb94c784_0_17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f6bb94c784_0_17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f6bb94c784_0_17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6bb94c784_0_18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f6bb94c784_0_18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f6bb94c784_0_18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f6bb94c784_0_18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f6bb94c784_0_18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bb94c784_0_1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g3f6bb94c784_0_1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f6bb94c784_0_1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f6bb94c784_0_1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f6bb94c784_0_1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" title="ChatGPT Image 6 de ago. de 2026, 13_00_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255999" cy="9139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0250" y="70775"/>
            <a:ext cx="163551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"/>
          <p:cNvSpPr txBox="1"/>
          <p:nvPr/>
        </p:nvSpPr>
        <p:spPr>
          <a:xfrm>
            <a:off x="50" y="8489975"/>
            <a:ext cx="162561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Professor: </a:t>
            </a:r>
            <a:r>
              <a:rPr b="0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Rafael de Sena Selvagio</a:t>
            </a:r>
            <a:endParaRPr b="0" i="0" sz="2100" u="none" cap="none" strike="noStrike">
              <a:solidFill>
                <a:srgbClr val="000000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4"/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grpSp>
          <p:nvGrpSpPr>
            <p:cNvPr id="177" name="Google Shape;177;p4"/>
            <p:cNvGrpSpPr/>
            <p:nvPr/>
          </p:nvGrpSpPr>
          <p:grpSpPr>
            <a:xfrm>
              <a:off x="0" y="38100"/>
              <a:ext cx="16256000" cy="9067800"/>
              <a:chOff x="0" y="38100"/>
              <a:chExt cx="16256000" cy="9067800"/>
            </a:xfrm>
          </p:grpSpPr>
          <p:pic>
            <p:nvPicPr>
              <p:cNvPr id="178" name="Google Shape;178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38100"/>
                <a:ext cx="16256000" cy="9067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" name="Google Shape;179;p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1971100" y="5192482"/>
                <a:ext cx="828675" cy="961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" name="Google Shape;180;p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2088363" y="5263425"/>
                <a:ext cx="276225" cy="819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81" name="Google Shape;181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48025" y="6153532"/>
              <a:ext cx="828675" cy="961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077563" y="6709488"/>
              <a:ext cx="828675" cy="6191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5985" y="1236058"/>
            <a:ext cx="6970225" cy="697022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 txBox="1"/>
          <p:nvPr/>
        </p:nvSpPr>
        <p:spPr>
          <a:xfrm>
            <a:off x="186075" y="926325"/>
            <a:ext cx="7655400" cy="7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Vamos </a:t>
            </a:r>
            <a:endParaRPr sz="1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codar no </a:t>
            </a:r>
            <a:endParaRPr sz="1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 Code</a:t>
            </a:r>
            <a:endParaRPr sz="1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7" title="IF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32200" y="239150"/>
            <a:ext cx="5488875" cy="86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 txBox="1"/>
          <p:nvPr/>
        </p:nvSpPr>
        <p:spPr>
          <a:xfrm>
            <a:off x="478475" y="2817300"/>
            <a:ext cx="7655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Crie, em Python, o algoritmo correspondente. 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5037175" y="570412"/>
            <a:ext cx="7655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 1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3f66c7b3861_3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f66c7b3861_3_1" title="IF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29075" y="406900"/>
            <a:ext cx="3782500" cy="81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f66c7b3861_3_1"/>
          <p:cNvSpPr txBox="1"/>
          <p:nvPr/>
        </p:nvSpPr>
        <p:spPr>
          <a:xfrm>
            <a:off x="478475" y="2817300"/>
            <a:ext cx="7655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Crie, em Python, o algoritmo correspondente. 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66c7b3861_3_1"/>
          <p:cNvSpPr txBox="1"/>
          <p:nvPr/>
        </p:nvSpPr>
        <p:spPr>
          <a:xfrm>
            <a:off x="5037175" y="384342"/>
            <a:ext cx="7655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 2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9" title="IF-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0550" y="211124"/>
            <a:ext cx="4675575" cy="87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9"/>
          <p:cNvSpPr txBox="1"/>
          <p:nvPr/>
        </p:nvSpPr>
        <p:spPr>
          <a:xfrm>
            <a:off x="478475" y="2817300"/>
            <a:ext cx="7655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Crie, em Python, o algoritmo correspondente. 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5037175" y="278017"/>
            <a:ext cx="7655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 3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f66c7b3861_3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f66c7b3861_3_8" title="IF-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53200" y="404250"/>
            <a:ext cx="4528282" cy="851557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f66c7b3861_3_8"/>
          <p:cNvSpPr txBox="1"/>
          <p:nvPr/>
        </p:nvSpPr>
        <p:spPr>
          <a:xfrm>
            <a:off x="478475" y="2817300"/>
            <a:ext cx="7655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Crie, em Python, o algoritmo correspondente. 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f66c7b3861_3_8"/>
          <p:cNvSpPr txBox="1"/>
          <p:nvPr/>
        </p:nvSpPr>
        <p:spPr>
          <a:xfrm>
            <a:off x="4545419" y="397633"/>
            <a:ext cx="7655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 4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3f65fb27431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f65fb27431_0_10" title="IF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525" y="3943358"/>
            <a:ext cx="2962275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f65fb27431_0_10" title="IF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6100" y="2324100"/>
            <a:ext cx="2914650" cy="629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f65fb27431_0_10" title="IF-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86050" y="3076563"/>
            <a:ext cx="2971800" cy="554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f65fb27431_0_10" title="IF-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703150" y="523875"/>
            <a:ext cx="4305300" cy="809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f65fb27431_0_10"/>
          <p:cNvSpPr txBox="1"/>
          <p:nvPr/>
        </p:nvSpPr>
        <p:spPr>
          <a:xfrm>
            <a:off x="518525" y="294430"/>
            <a:ext cx="9800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Fluxogramas</a:t>
            </a:r>
            <a:endParaRPr sz="9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g3f6bb94c78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f6bb94c784_0_0" title="Gemini_Generated_Image_o06334o06334o063.png"/>
          <p:cNvPicPr preferRelativeResize="0"/>
          <p:nvPr/>
        </p:nvPicPr>
        <p:blipFill rotWithShape="1">
          <a:blip r:embed="rId4">
            <a:alphaModFix/>
          </a:blip>
          <a:srcRect b="15233" l="0" r="0" t="0"/>
          <a:stretch/>
        </p:blipFill>
        <p:spPr>
          <a:xfrm>
            <a:off x="0" y="671275"/>
            <a:ext cx="16255999" cy="7691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g3f6bb94c784_0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g3f6bb94c784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g3f6bb94c784_0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g3f6bb94c784_0_190"/>
          <p:cNvGrpSpPr/>
          <p:nvPr/>
        </p:nvGrpSpPr>
        <p:grpSpPr>
          <a:xfrm>
            <a:off x="-105187" y="0"/>
            <a:ext cx="16466368" cy="9144000"/>
            <a:chOff x="-105187" y="0"/>
            <a:chExt cx="16466368" cy="9144000"/>
          </a:xfrm>
        </p:grpSpPr>
        <p:pic>
          <p:nvPicPr>
            <p:cNvPr id="278" name="Google Shape;278;g3f6bb94c784_0_190" title="Gemini_Generated_Image_swqyhuswqyhuswqy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5187" y="0"/>
              <a:ext cx="16466368" cy="914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g3f6bb94c784_0_1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581050" y="6653325"/>
              <a:ext cx="4243275" cy="1288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