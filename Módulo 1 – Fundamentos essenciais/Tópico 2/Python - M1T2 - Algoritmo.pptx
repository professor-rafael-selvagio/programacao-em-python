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z5Mgy7wKBsEkppNmJ0ZyLRGVa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c86f2ce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dc86f2ce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dc86f2ce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dc86f2ce6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c86f2ce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dc86f2ce6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hyperlink" Target="http://www.youtube.com/watch?v=mhGZRTbUUo8" TargetMode="External"/><Relationship Id="rId6" Type="http://schemas.openxmlformats.org/officeDocument/2006/relationships/image" Target="../media/image9.jp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hyperlink" Target="http://www.youtube.com/watch?v=IsSHOeBPwU8" TargetMode="External"/><Relationship Id="rId6" Type="http://schemas.openxmlformats.org/officeDocument/2006/relationships/image" Target="../media/image8.jp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edc86f2ce6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edc86f2ce6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5350" y="8069325"/>
            <a:ext cx="141375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edc86f2ce6_0_12"/>
          <p:cNvSpPr txBox="1"/>
          <p:nvPr/>
        </p:nvSpPr>
        <p:spPr>
          <a:xfrm>
            <a:off x="10181150" y="7920575"/>
            <a:ext cx="478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g3edc86f2ce6_0_12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lang="en-US" sz="2100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sz="2100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title="Design sem nom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0850" y="6504225"/>
            <a:ext cx="1959425" cy="19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title="SENAI_São_Paulo_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edc86f2ce6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edc86f2ce6_0_94" title="Design sem nom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0850" y="6504225"/>
            <a:ext cx="1959425" cy="195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act Instructions Challenge - THIS is why my kids hate me. | Josh Darnit" id="107" name="Google Shape;107;g3edc86f2ce6_0_94" title="Instruções para Fazer um Sanduiche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0450" y="381425"/>
            <a:ext cx="14899825" cy="83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edc86f2ce6_0_94" title="oie_0hOCXU4ncKD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44931">
            <a:off x="190978" y="489140"/>
            <a:ext cx="5173319" cy="2912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edc86f2ce6_0_94" title="SENAI_São_Paulo_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edc86f2ce6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edc86f2ce6_0_100" title="Design sem nom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0850" y="6504225"/>
            <a:ext cx="1959425" cy="195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 que é Algoritmo? Qual é a importância de ter um algoritmo bem escrito?&#10;&#10;Para mais informações, jogos e diversão envolvendo algoritmo, clique em: https://www.humorcomciencia.com/blog/algoritmo/&#10;&#10;Quem quiser conferir o vídeo do Josh que comentei no vídeo, segue o link: https://www.youtube.com/watch?v=cDA3_5982h8&#10;&#10;Para saber mais sobre programação, acesse: https://www.humorcomciencia.com/blog/programacao-por-que-aprender/&#10;&#10;Se quiserem conhecer o canal da Carol, do Muito mais com Menos, clica aí: https://www.youtube.com/channel/UCz4bvzTrhMWZuz9sWaHiIVA&#10;&#10;#Algoritmo" id="116" name="Google Shape;116;g3edc86f2ce6_0_100" title="O que é Algoritmo? - Lógica de programação para crianças #PensamentoComputacional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125" y="314888"/>
            <a:ext cx="15136400" cy="8514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edc86f2ce6_0_100" title="oie_0hOCXU4ncKD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44931">
            <a:off x="190978" y="489140"/>
            <a:ext cx="5173319" cy="2912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edc86f2ce6_0_100" title="SENAI_São_Paulo_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659575"/>
            <a:ext cx="1741776" cy="4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