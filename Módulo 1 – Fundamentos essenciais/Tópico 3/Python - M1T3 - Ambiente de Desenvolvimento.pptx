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144000" cx="16256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Montserrat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ALOESQ2iLRZhAVGWUI88PfesZ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Montserrat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Medium-bold.fntdata"/><Relationship Id="rId6" Type="http://schemas.openxmlformats.org/officeDocument/2006/relationships/slide" Target="slides/slide1.xml"/><Relationship Id="rId18" Type="http://schemas.openxmlformats.org/officeDocument/2006/relationships/font" Target="fonts/Montserra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pt-BR" sz="21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b="0" i="0" lang="pt-BR" sz="21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b="0" i="0" sz="2100" u="none" cap="none" strike="noStrike">
              <a:solidFill>
                <a:schemeClr val="dk1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4" title="ChatGPT Image 6 de ago. de 2026, 20_45_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75"/>
            <a:ext cx="16247347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