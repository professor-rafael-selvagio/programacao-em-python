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9144000" cx="16256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jhJAfvZsmy3xyi41OpRpEBudio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 title="Gemini_Generated_Image_9ym5zs9ym5zs9ym5.jpeg"/>
          <p:cNvPicPr preferRelativeResize="0"/>
          <p:nvPr/>
        </p:nvPicPr>
        <p:blipFill rotWithShape="1">
          <a:blip r:embed="rId3">
            <a:alphaModFix/>
          </a:blip>
          <a:srcRect b="357" l="0" r="0" t="357"/>
          <a:stretch/>
        </p:blipFill>
        <p:spPr>
          <a:xfrm>
            <a:off x="0" y="38100"/>
            <a:ext cx="16255998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/>
          <p:nvPr/>
        </p:nvCxnSpPr>
        <p:spPr>
          <a:xfrm flipH="1" rot="10800000">
            <a:off x="7633600" y="8082775"/>
            <a:ext cx="2571900" cy="5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