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9144000" cx="16256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Montserrat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gOSZMKzIxEu6uvT6RhHfsySzf0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MontserratMedium-bold.fntdata"/><Relationship Id="rId23" Type="http://schemas.openxmlformats.org/officeDocument/2006/relationships/font" Target="fonts/Montserrat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Medium-boldItalic.fntdata"/><Relationship Id="rId25" Type="http://schemas.openxmlformats.org/officeDocument/2006/relationships/font" Target="fonts/MontserratMedium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b27b817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fb27b8170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2.jpg"/><Relationship Id="rId5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 title="SENAI_São_Paulo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10250" y="70775"/>
            <a:ext cx="163551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50" y="8489975"/>
            <a:ext cx="162561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Professor: </a:t>
            </a:r>
            <a:r>
              <a:rPr b="0" i="0" lang="en-US" sz="21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Rafael de Sena Selvagio</a:t>
            </a:r>
            <a:endParaRPr b="0" i="0" sz="2100" u="none" cap="none" strike="noStrike">
              <a:solidFill>
                <a:srgbClr val="000000"/>
              </a:solidFill>
              <a:highlight>
                <a:srgbClr val="FFFF00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etores de Simbolo ponto interrogaçao - Baixe vetores grátis de alta  qualidade | Magnific (antes Freepik)" id="122" name="Google Shape;12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99225" y="2106475"/>
            <a:ext cx="1880399" cy="18803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.A tá louca (@i.a.talouca) • Instagram photos and videos" id="123" name="Google Shape;123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665750" y="1313975"/>
            <a:ext cx="3465400" cy="346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2" title="Gemini_Generated_Image_kowyufkowyufkowy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8100"/>
            <a:ext cx="16255999" cy="9073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g3fb27b8170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