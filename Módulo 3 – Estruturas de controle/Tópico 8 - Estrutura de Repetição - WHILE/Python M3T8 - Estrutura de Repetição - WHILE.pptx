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9144000" cx="16256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Montserrat Medium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wbKnb2NZILig3G2zpFSEaUAu+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Medium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MontserratMedium-italic.fntdata"/><Relationship Id="rId16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 title="Gemini_Generated_Image_u2cuc4u2cuc4u2cu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838"/>
            <a:ext cx="16256000" cy="9086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